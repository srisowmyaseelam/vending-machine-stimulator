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CO-4 :</a:t>
            </a:r>
            <a:endParaRPr lang="en-US" sz="4000" dirty="0"/>
          </a:p>
        </p:txBody>
      </p:sp>
      <p:sp>
        <p:nvSpPr>
          <p:cNvPr id="3" name="Topic 1"/>
          <p:cNvSpPr txBox="1"/>
          <p:nvPr/>
        </p:nvSpPr>
        <p:spPr>
          <a:xfrm>
            <a:off x="457200" y="132588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and Objects :</a:t>
            </a:r>
            <a:endParaRPr lang="en-US" sz="1500" dirty="0"/>
          </a:p>
        </p:txBody>
      </p:sp>
      <p:sp>
        <p:nvSpPr>
          <p:cNvPr id="4" name="Description 1"/>
          <p:cNvSpPr txBox="1"/>
          <p:nvPr/>
        </p:nvSpPr>
        <p:spPr>
          <a:xfrm>
            <a:off x="3017520" y="132588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Product class is the blueprint; objects are created using new Product(101, "Chips", 20, 5) and stored in the products array.)</a:t>
            </a:r>
            <a:endParaRPr lang="en-US" sz="1200" dirty="0"/>
          </a:p>
        </p:txBody>
      </p:sp>
      <p:sp>
        <p:nvSpPr>
          <p:cNvPr id="5" name="Topic 2"/>
          <p:cNvSpPr txBox="1"/>
          <p:nvPr/>
        </p:nvSpPr>
        <p:spPr>
          <a:xfrm>
            <a:off x="457200" y="190500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 and this :</a:t>
            </a:r>
            <a:endParaRPr lang="en-US" sz="1500" dirty="0"/>
          </a:p>
        </p:txBody>
      </p:sp>
      <p:sp>
        <p:nvSpPr>
          <p:cNvPr id="6" name="Description 2"/>
          <p:cNvSpPr txBox="1"/>
          <p:nvPr/>
        </p:nvSpPr>
        <p:spPr>
          <a:xfrm>
            <a:off x="3017520" y="190500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parameterized constructor Product(int id, String name, double price, int stock) uses this.id = id to set the fields.)</a:t>
            </a:r>
            <a:endParaRPr lang="en-US" sz="1200" dirty="0"/>
          </a:p>
        </p:txBody>
      </p:sp>
      <p:sp>
        <p:nvSpPr>
          <p:cNvPr id="7" name="Topic 3"/>
          <p:cNvSpPr txBox="1"/>
          <p:nvPr/>
        </p:nvSpPr>
        <p:spPr>
          <a:xfrm>
            <a:off x="457200" y="248412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 :</a:t>
            </a:r>
            <a:endParaRPr lang="en-US" sz="1500" dirty="0"/>
          </a:p>
        </p:txBody>
      </p:sp>
      <p:sp>
        <p:nvSpPr>
          <p:cNvPr id="8" name="Description 3"/>
          <p:cNvSpPr txBox="1"/>
          <p:nvPr/>
        </p:nvSpPr>
        <p:spPr>
          <a:xfrm>
            <a:off x="3017520" y="248412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(id, name, price and stock are private fields, accessed through getters such as getId(), getPrice() and getStock().)</a:t>
            </a:r>
            <a:endParaRPr lang="en-US" sz="1200" dirty="0"/>
          </a:p>
        </p:txBody>
      </p:sp>
      <p:sp>
        <p:nvSpPr>
          <p:cNvPr id="9" name="Topic 4"/>
          <p:cNvSpPr txBox="1"/>
          <p:nvPr/>
        </p:nvSpPr>
        <p:spPr>
          <a:xfrm>
            <a:off x="457200" y="306324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Members :</a:t>
            </a:r>
            <a:endParaRPr lang="en-US" sz="1500" dirty="0"/>
          </a:p>
        </p:txBody>
      </p:sp>
      <p:sp>
        <p:nvSpPr>
          <p:cNvPr id="10" name="Description 4"/>
          <p:cNvSpPr txBox="1"/>
          <p:nvPr/>
        </p:nvSpPr>
        <p:spPr>
          <a:xfrm>
            <a:off x="3017520" y="306324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(sc, balance and products are static, and methods like viewProducts(), findProduct() and buyProduct() are static methods.)</a:t>
            </a:r>
            <a:endParaRPr lang="en-US" sz="1200" dirty="0"/>
          </a:p>
        </p:txBody>
      </p:sp>
      <p:sp>
        <p:nvSpPr>
          <p:cNvPr id="11" name="Topic 5"/>
          <p:cNvSpPr txBox="1"/>
          <p:nvPr/>
        </p:nvSpPr>
        <p:spPr>
          <a:xfrm>
            <a:off x="457200" y="364236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toString() :</a:t>
            </a:r>
            <a:endParaRPr lang="en-US" sz="1500" dirty="0"/>
          </a:p>
        </p:txBody>
      </p:sp>
      <p:sp>
        <p:nvSpPr>
          <p:cNvPr id="12" name="Description 5"/>
          <p:cNvSpPr txBox="1"/>
          <p:nvPr/>
        </p:nvSpPr>
        <p:spPr>
          <a:xfrm>
            <a:off x="3017520" y="364236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(System.out.println(p) prints the details of a Product object in viewProducts().)</a:t>
            </a:r>
            <a:endParaRPr lang="en-US" sz="1200" dirty="0"/>
          </a:p>
        </p:txBody>
      </p:sp>
      <p:sp>
        <p:nvSpPr>
          <p:cNvPr id="13" name="Topic 6"/>
          <p:cNvSpPr txBox="1"/>
          <p:nvPr/>
        </p:nvSpPr>
        <p:spPr>
          <a:xfrm>
            <a:off x="457200" y="4221480"/>
            <a:ext cx="24688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 :</a:t>
            </a:r>
            <a:endParaRPr lang="en-US" sz="1500" dirty="0"/>
          </a:p>
        </p:txBody>
      </p:sp>
      <p:sp>
        <p:nvSpPr>
          <p:cNvPr id="14" name="Description 6"/>
          <p:cNvSpPr txBox="1"/>
          <p:nvPr/>
        </p:nvSpPr>
        <p:spPr>
          <a:xfrm>
            <a:off x="3017520" y="4221480"/>
            <a:ext cx="5669280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(try-catch with NumberFormatException and Exception handles invalid menu choices, IDs and amounts.)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CO-5 :</a:t>
            </a:r>
            <a:endParaRPr lang="en-US" sz="4000" dirty="0"/>
          </a:p>
        </p:txBody>
      </p:sp>
      <p:sp>
        <p:nvSpPr>
          <p:cNvPr id="3" name="Topic 1"/>
          <p:cNvSpPr txBox="1"/>
          <p:nvPr/>
        </p:nvSpPr>
        <p:spPr>
          <a:xfrm>
            <a:off x="457200" y="132588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Concatenation :</a:t>
            </a:r>
            <a:endParaRPr lang="en-US" sz="1500" dirty="0"/>
          </a:p>
        </p:txBody>
      </p:sp>
      <p:sp>
        <p:nvSpPr>
          <p:cNvPr id="4" name="Description 1"/>
          <p:cNvSpPr txBox="1"/>
          <p:nvPr/>
        </p:nvSpPr>
        <p:spPr>
          <a:xfrm>
            <a:off x="3017520" y="132588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+ operator joins text and values in messages such as "Selected: " + p.getName().)</a:t>
            </a:r>
            <a:endParaRPr lang="en-US" sz="1200" dirty="0"/>
          </a:p>
        </p:txBody>
      </p:sp>
      <p:sp>
        <p:nvSpPr>
          <p:cNvPr id="5" name="Topic 2"/>
          <p:cNvSpPr txBox="1"/>
          <p:nvPr/>
        </p:nvSpPr>
        <p:spPr>
          <a:xfrm>
            <a:off x="457200" y="202082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Input :</a:t>
            </a:r>
            <a:endParaRPr lang="en-US" sz="1500" dirty="0"/>
          </a:p>
        </p:txBody>
      </p:sp>
      <p:sp>
        <p:nvSpPr>
          <p:cNvPr id="6" name="Description 2"/>
          <p:cNvSpPr txBox="1"/>
          <p:nvPr/>
        </p:nvSpPr>
        <p:spPr>
          <a:xfrm>
            <a:off x="3017520" y="2020824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(sc.nextLine() reads typed text; Integer.parseInt() and Double.parseDouble() convert it into numbers.)</a:t>
            </a:r>
            <a:endParaRPr lang="en-US" sz="1200" dirty="0"/>
          </a:p>
        </p:txBody>
      </p:sp>
      <p:sp>
        <p:nvSpPr>
          <p:cNvPr id="7" name="Topic 3"/>
          <p:cNvSpPr txBox="1"/>
          <p:nvPr/>
        </p:nvSpPr>
        <p:spPr>
          <a:xfrm>
            <a:off x="457200" y="2715768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Writing – Appending :</a:t>
            </a:r>
            <a:endParaRPr lang="en-US" sz="1500" dirty="0"/>
          </a:p>
        </p:txBody>
      </p:sp>
      <p:sp>
        <p:nvSpPr>
          <p:cNvPr id="8" name="Description 3"/>
          <p:cNvSpPr txBox="1"/>
          <p:nvPr/>
        </p:nvSpPr>
        <p:spPr>
          <a:xfrm>
            <a:off x="3017520" y="2715768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(savePurchase() uses FileWriter("purchase_history.txt", true) to append each purchase to the file.)</a:t>
            </a:r>
            <a:endParaRPr lang="en-US" sz="1200" dirty="0"/>
          </a:p>
        </p:txBody>
      </p:sp>
      <p:sp>
        <p:nvSpPr>
          <p:cNvPr id="9" name="Topic 4"/>
          <p:cNvSpPr txBox="1"/>
          <p:nvPr/>
        </p:nvSpPr>
        <p:spPr>
          <a:xfrm>
            <a:off x="457200" y="3410712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try-with-resources :</a:t>
            </a:r>
            <a:endParaRPr lang="en-US" sz="1500" dirty="0"/>
          </a:p>
        </p:txBody>
      </p:sp>
      <p:sp>
        <p:nvSpPr>
          <p:cNvPr id="10" name="Description 4"/>
          <p:cNvSpPr txBox="1"/>
          <p:nvPr/>
        </p:nvSpPr>
        <p:spPr>
          <a:xfrm>
            <a:off x="3017520" y="341071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 FileWriter is declared inside try( ) so it is closed automatically after writing.)</a:t>
            </a:r>
            <a:endParaRPr lang="en-US" sz="1200" dirty="0"/>
          </a:p>
        </p:txBody>
      </p:sp>
      <p:sp>
        <p:nvSpPr>
          <p:cNvPr id="11" name="Topic 5"/>
          <p:cNvSpPr txBox="1"/>
          <p:nvPr/>
        </p:nvSpPr>
        <p:spPr>
          <a:xfrm>
            <a:off x="457200" y="410565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IOException Handling :</a:t>
            </a:r>
            <a:endParaRPr lang="en-US" sz="1500" dirty="0"/>
          </a:p>
        </p:txBody>
      </p:sp>
      <p:sp>
        <p:nvSpPr>
          <p:cNvPr id="12" name="Description 5"/>
          <p:cNvSpPr txBox="1"/>
          <p:nvPr/>
        </p:nvSpPr>
        <p:spPr>
          <a:xfrm>
            <a:off x="3017520" y="4105656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(catch (IOException e) displays a message if the purchase history cannot be saved.)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320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CO-6 :</a:t>
            </a:r>
            <a:endParaRPr lang="en-US" sz="4000" dirty="0"/>
          </a:p>
        </p:txBody>
      </p:sp>
      <p:sp>
        <p:nvSpPr>
          <p:cNvPr id="3" name="Topic 1"/>
          <p:cNvSpPr txBox="1"/>
          <p:nvPr/>
        </p:nvSpPr>
        <p:spPr>
          <a:xfrm>
            <a:off x="457200" y="1325880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 Used :</a:t>
            </a:r>
            <a:endParaRPr lang="en-US" sz="1500" dirty="0"/>
          </a:p>
        </p:txBody>
      </p:sp>
      <p:sp>
        <p:nvSpPr>
          <p:cNvPr id="4" name="Description 1"/>
          <p:cNvSpPr txBox="1"/>
          <p:nvPr/>
        </p:nvSpPr>
        <p:spPr>
          <a:xfrm>
            <a:off x="3017520" y="1325880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(Module 6 concepts such as Collections, Lambdas and Streams are not used in this version; products are stored in a 1D array.)</a:t>
            </a:r>
            <a:endParaRPr lang="en-US" sz="1200" dirty="0"/>
          </a:p>
        </p:txBody>
      </p:sp>
      <p:sp>
        <p:nvSpPr>
          <p:cNvPr id="5" name="Topic 2"/>
          <p:cNvSpPr txBox="1"/>
          <p:nvPr/>
        </p:nvSpPr>
        <p:spPr>
          <a:xfrm>
            <a:off x="457200" y="2194560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– ArrayList :</a:t>
            </a:r>
            <a:endParaRPr lang="en-US" sz="1500" dirty="0"/>
          </a:p>
        </p:txBody>
      </p:sp>
      <p:sp>
        <p:nvSpPr>
          <p:cNvPr id="6" name="Description 2"/>
          <p:cNvSpPr txBox="1"/>
          <p:nvPr/>
        </p:nvSpPr>
        <p:spPr>
          <a:xfrm>
            <a:off x="3017520" y="2194560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(Replace Product[] with ArrayList&lt;Product&gt; to add or remove products without a fixed size.)</a:t>
            </a:r>
            <a:endParaRPr lang="en-US" sz="1200" dirty="0"/>
          </a:p>
        </p:txBody>
      </p:sp>
      <p:sp>
        <p:nvSpPr>
          <p:cNvPr id="7" name="Topic 3"/>
          <p:cNvSpPr txBox="1"/>
          <p:nvPr/>
        </p:nvSpPr>
        <p:spPr>
          <a:xfrm>
            <a:off x="457200" y="3063240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– HashMap :</a:t>
            </a:r>
            <a:endParaRPr lang="en-US" sz="1500" dirty="0"/>
          </a:p>
        </p:txBody>
      </p:sp>
      <p:sp>
        <p:nvSpPr>
          <p:cNvPr id="8" name="Description 3"/>
          <p:cNvSpPr txBox="1"/>
          <p:nvPr/>
        </p:nvSpPr>
        <p:spPr>
          <a:xfrm>
            <a:off x="3017520" y="3063240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(Store products as Map&lt;Integer, Product&gt; for faster lookup by product ID.)</a:t>
            </a:r>
            <a:endParaRPr lang="en-US" sz="1200" dirty="0"/>
          </a:p>
        </p:txBody>
      </p:sp>
      <p:sp>
        <p:nvSpPr>
          <p:cNvPr id="9" name="Topic 4"/>
          <p:cNvSpPr txBox="1"/>
          <p:nvPr/>
        </p:nvSpPr>
        <p:spPr>
          <a:xfrm>
            <a:off x="457200" y="3931920"/>
            <a:ext cx="2468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 – Streams :</a:t>
            </a:r>
            <a:endParaRPr lang="en-US" sz="1500" dirty="0"/>
          </a:p>
        </p:txBody>
      </p:sp>
      <p:sp>
        <p:nvSpPr>
          <p:cNvPr id="10" name="Description 4"/>
          <p:cNvSpPr txBox="1"/>
          <p:nvPr/>
        </p:nvSpPr>
        <p:spPr>
          <a:xfrm>
            <a:off x="3017520" y="3931920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(Use filter, map and collect on purchase history to generate sales reports and low-stock lists.)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ges/p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2026-10-15T13:10:56Z</dcterms:created>
  <dcterms:modified xsi:type="dcterms:W3CDTF">2026-10-15T13:10:56Z</dcterms:modified>
</cp:coreProperties>
</file>